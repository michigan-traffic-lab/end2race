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6" r:id="rId2"/>
  </p:sldIdLst>
  <p:sldSz cx="11430000" cy="41148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FFFFFF"/>
    <a:srgbClr val="E1D5E7"/>
    <a:srgbClr val="DAE8FC"/>
    <a:srgbClr val="FFE6CC"/>
    <a:srgbClr val="FFF2CC"/>
    <a:srgbClr val="F8C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094" y="1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11F9B00-9290-4450-95BE-66EB1AE912F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42963" y="1200150"/>
            <a:ext cx="9001126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575B6D7-9F39-4A18-9EC6-C792CF2ED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842963" y="1200150"/>
            <a:ext cx="9001126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5B6D7-9F39-4A18-9EC6-C792CF2EDE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59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750" y="673418"/>
            <a:ext cx="857250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50" y="2161223"/>
            <a:ext cx="85725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0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1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859" y="1025843"/>
            <a:ext cx="9858375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859" y="2753678"/>
            <a:ext cx="9858375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2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3" y="1095375"/>
            <a:ext cx="485775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86438" y="1095375"/>
            <a:ext cx="485775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9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219075"/>
            <a:ext cx="9858375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302" y="1008698"/>
            <a:ext cx="4835425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7302" y="1503045"/>
            <a:ext cx="4835425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86437" y="1008698"/>
            <a:ext cx="4859239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6437" y="1503045"/>
            <a:ext cx="4859239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50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2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274320"/>
            <a:ext cx="3686472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238" y="592455"/>
            <a:ext cx="5786438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234440"/>
            <a:ext cx="3686472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12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274320"/>
            <a:ext cx="3686472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9238" y="592455"/>
            <a:ext cx="5786438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234440"/>
            <a:ext cx="3686472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2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22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79594" y="219075"/>
            <a:ext cx="2464594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5813" y="219075"/>
            <a:ext cx="7250906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4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5813" y="219075"/>
            <a:ext cx="9858375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813" y="1095375"/>
            <a:ext cx="9858375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813" y="3813810"/>
            <a:ext cx="257175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7A265-6458-439D-983B-C308BD39D859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88" y="3813810"/>
            <a:ext cx="3857625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2438" y="3813810"/>
            <a:ext cx="257175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FBBDB-E683-4A4D-B43E-26BE93DC7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2EA9CA-A9A8-F546-48FC-3BC30D33625B}"/>
              </a:ext>
            </a:extLst>
          </p:cNvPr>
          <p:cNvGrpSpPr/>
          <p:nvPr/>
        </p:nvGrpSpPr>
        <p:grpSpPr>
          <a:xfrm>
            <a:off x="0" y="59042"/>
            <a:ext cx="11297924" cy="4018194"/>
            <a:chOff x="274496" y="20710"/>
            <a:chExt cx="11297924" cy="401819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F8208F9-F467-4F55-7FB8-313D2A726893}"/>
                </a:ext>
              </a:extLst>
            </p:cNvPr>
            <p:cNvSpPr/>
            <p:nvPr/>
          </p:nvSpPr>
          <p:spPr>
            <a:xfrm>
              <a:off x="9821841" y="1235475"/>
              <a:ext cx="1371600" cy="548640"/>
            </a:xfrm>
            <a:prstGeom prst="roundRect">
              <a:avLst/>
            </a:prstGeom>
            <a:solidFill>
              <a:srgbClr val="FFE6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GRU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06B6625-2249-26F2-0C3A-233202D34335}"/>
                </a:ext>
              </a:extLst>
            </p:cNvPr>
            <p:cNvSpPr/>
            <p:nvPr/>
          </p:nvSpPr>
          <p:spPr>
            <a:xfrm>
              <a:off x="9821841" y="2078256"/>
              <a:ext cx="1371600" cy="365760"/>
            </a:xfrm>
            <a:prstGeom prst="roundRect">
              <a:avLst/>
            </a:prstGeom>
            <a:solidFill>
              <a:srgbClr val="DAE8F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0A58A58-303E-F7BB-FAB2-07D9DB7EAFCE}"/>
                </a:ext>
              </a:extLst>
            </p:cNvPr>
            <p:cNvSpPr/>
            <p:nvPr/>
          </p:nvSpPr>
          <p:spPr>
            <a:xfrm>
              <a:off x="9821841" y="592283"/>
              <a:ext cx="1371600" cy="365760"/>
            </a:xfrm>
            <a:prstGeom prst="roundRect">
              <a:avLst/>
            </a:prstGeom>
            <a:solidFill>
              <a:srgbClr val="E1D5E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379BC18-EDA1-3E50-58D4-C20C296DE776}"/>
                </a:ext>
              </a:extLst>
            </p:cNvPr>
            <p:cNvSpPr/>
            <p:nvPr/>
          </p:nvSpPr>
          <p:spPr>
            <a:xfrm>
              <a:off x="9638961" y="2721448"/>
              <a:ext cx="822959" cy="365760"/>
            </a:xfrm>
            <a:prstGeom prst="roundRect">
              <a:avLst/>
            </a:prstGeom>
            <a:solidFill>
              <a:srgbClr val="F5F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Norm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33E2CFE-EA2D-F707-B4FF-D95A7AA55E59}"/>
                </a:ext>
              </a:extLst>
            </p:cNvPr>
            <p:cNvSpPr/>
            <p:nvPr/>
          </p:nvSpPr>
          <p:spPr>
            <a:xfrm>
              <a:off x="10553361" y="2721448"/>
              <a:ext cx="822960" cy="365760"/>
            </a:xfrm>
            <a:prstGeom prst="roundRect">
              <a:avLst/>
            </a:prstGeom>
            <a:solidFill>
              <a:srgbClr val="F8CE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97C8276-0BBB-093F-C13D-18EA19CCB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7641" y="1800824"/>
              <a:ext cx="0" cy="27743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24D3B32-9626-C458-D2FA-5EEE593FD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7641" y="958043"/>
              <a:ext cx="0" cy="27743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B3D1D11-DFF7-E941-E4B4-7D62143382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7641" y="314851"/>
              <a:ext cx="0" cy="27743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C9461B3-FED1-967A-5CBC-5F640C62E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0947" y="2444016"/>
              <a:ext cx="0" cy="27743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3BE116B-2204-2164-DD5C-7D2B10142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64841" y="2444016"/>
              <a:ext cx="0" cy="27743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7DA3D9E-5B25-82F5-24C9-27A3228E0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0947" y="3087208"/>
              <a:ext cx="0" cy="27743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1E6F47F-84DC-3789-9F80-B7408D4617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64841" y="3087208"/>
              <a:ext cx="0" cy="27743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AC28A6-83FC-44AA-35A7-17FF6BDC7DB9}"/>
                </a:ext>
              </a:extLst>
            </p:cNvPr>
            <p:cNvSpPr txBox="1"/>
            <p:nvPr/>
          </p:nvSpPr>
          <p:spPr>
            <a:xfrm>
              <a:off x="9490370" y="3289448"/>
              <a:ext cx="112013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Scans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3006546-7354-351F-43B9-D4E1E71AFF2E}"/>
                </a:ext>
              </a:extLst>
            </p:cNvPr>
            <p:cNvSpPr txBox="1"/>
            <p:nvPr/>
          </p:nvSpPr>
          <p:spPr>
            <a:xfrm>
              <a:off x="10404771" y="3289448"/>
              <a:ext cx="112013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Speed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014C68F-2A6D-E7F5-3E72-9E72E5F40914}"/>
                </a:ext>
              </a:extLst>
            </p:cNvPr>
            <p:cNvSpPr txBox="1"/>
            <p:nvPr/>
          </p:nvSpPr>
          <p:spPr>
            <a:xfrm>
              <a:off x="9947571" y="20710"/>
              <a:ext cx="112013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98E421C-9BFC-EA96-DE42-3C139162A22C}"/>
                </a:ext>
              </a:extLst>
            </p:cNvPr>
            <p:cNvSpPr txBox="1"/>
            <p:nvPr/>
          </p:nvSpPr>
          <p:spPr>
            <a:xfrm>
              <a:off x="9490370" y="3700350"/>
              <a:ext cx="20820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(f). Model Design</a:t>
              </a:r>
            </a:p>
          </p:txBody>
        </p:sp>
        <p:pic>
          <p:nvPicPr>
            <p:cNvPr id="3" name="Picture 2" descr="A race track outline with dotted line&#10;&#10;AI-generated content may be incorrect.">
              <a:extLst>
                <a:ext uri="{FF2B5EF4-FFF2-40B4-BE49-F238E27FC236}">
                  <a16:creationId xmlns:a16="http://schemas.microsoft.com/office/drawing/2014/main" id="{1423221E-7A4D-8E80-B4F5-9F06D3F51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28" t="20782" r="4788" b="20937"/>
            <a:stretch>
              <a:fillRect/>
            </a:stretch>
          </p:blipFill>
          <p:spPr>
            <a:xfrm>
              <a:off x="3475648" y="605991"/>
              <a:ext cx="1969067" cy="1298420"/>
            </a:xfrm>
            <a:prstGeom prst="rect">
              <a:avLst/>
            </a:prstGeom>
          </p:spPr>
        </p:pic>
        <p:pic>
          <p:nvPicPr>
            <p:cNvPr id="5" name="Picture 4" descr="A black line on a white background&#10;&#10;AI-generated content may be incorrect.">
              <a:extLst>
                <a:ext uri="{FF2B5EF4-FFF2-40B4-BE49-F238E27FC236}">
                  <a16:creationId xmlns:a16="http://schemas.microsoft.com/office/drawing/2014/main" id="{D73E24CF-193E-FC87-7014-618691B3B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0" t="21224" r="4845" b="22319"/>
            <a:stretch>
              <a:fillRect/>
            </a:stretch>
          </p:blipFill>
          <p:spPr>
            <a:xfrm>
              <a:off x="811664" y="2538272"/>
              <a:ext cx="2035028" cy="1298420"/>
            </a:xfrm>
            <a:prstGeom prst="rect">
              <a:avLst/>
            </a:prstGeom>
          </p:spPr>
        </p:pic>
        <p:pic>
          <p:nvPicPr>
            <p:cNvPr id="7" name="Picture 6" descr="A black outline of a race car&#10;&#10;AI-generated content may be incorrect.">
              <a:extLst>
                <a:ext uri="{FF2B5EF4-FFF2-40B4-BE49-F238E27FC236}">
                  <a16:creationId xmlns:a16="http://schemas.microsoft.com/office/drawing/2014/main" id="{3BA13ADC-089C-754C-1A24-40B8C9E9A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82" t="23389" r="4858" b="24789"/>
            <a:stretch>
              <a:fillRect/>
            </a:stretch>
          </p:blipFill>
          <p:spPr>
            <a:xfrm>
              <a:off x="625256" y="605991"/>
              <a:ext cx="2221435" cy="1298420"/>
            </a:xfrm>
            <a:prstGeom prst="rect">
              <a:avLst/>
            </a:prstGeom>
          </p:spPr>
        </p:pic>
        <p:pic>
          <p:nvPicPr>
            <p:cNvPr id="9" name="Picture 8" descr="A black outline of a race track&#10;&#10;AI-generated content may be incorrect.">
              <a:extLst>
                <a:ext uri="{FF2B5EF4-FFF2-40B4-BE49-F238E27FC236}">
                  <a16:creationId xmlns:a16="http://schemas.microsoft.com/office/drawing/2014/main" id="{6FE4E151-F6E0-C196-84AC-25B4F7415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01" t="4253" r="13907" b="6064"/>
            <a:stretch>
              <a:fillRect/>
            </a:stretch>
          </p:blipFill>
          <p:spPr>
            <a:xfrm rot="15366653">
              <a:off x="3844035" y="2131094"/>
              <a:ext cx="1599280" cy="20404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D049D3-624A-5DBF-780C-92D36AC6AE4E}"/>
                </a:ext>
              </a:extLst>
            </p:cNvPr>
            <p:cNvSpPr txBox="1"/>
            <p:nvPr/>
          </p:nvSpPr>
          <p:spPr>
            <a:xfrm>
              <a:off x="274496" y="137160"/>
              <a:ext cx="22391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(a). Austin (Train)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D353B06-B235-FA67-C6C2-2712F3ED4DC6}"/>
                </a:ext>
              </a:extLst>
            </p:cNvPr>
            <p:cNvSpPr txBox="1"/>
            <p:nvPr/>
          </p:nvSpPr>
          <p:spPr>
            <a:xfrm>
              <a:off x="3383280" y="137160"/>
              <a:ext cx="230666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(c).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MoscowRaceway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7728F51-197A-D639-AF2C-1AC3E217AA90}"/>
                </a:ext>
              </a:extLst>
            </p:cNvPr>
            <p:cNvSpPr txBox="1"/>
            <p:nvPr/>
          </p:nvSpPr>
          <p:spPr>
            <a:xfrm>
              <a:off x="477316" y="2076047"/>
              <a:ext cx="18127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(b). Hockenheim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4E1DE2-B271-498B-C7B3-1F6F31280C72}"/>
                </a:ext>
              </a:extLst>
            </p:cNvPr>
            <p:cNvSpPr txBox="1"/>
            <p:nvPr/>
          </p:nvSpPr>
          <p:spPr>
            <a:xfrm>
              <a:off x="3474720" y="2076047"/>
              <a:ext cx="18127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(d).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Nuerburgring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0078603-E7C6-0A4F-F4BE-6B9B32BE89C6}"/>
                </a:ext>
              </a:extLst>
            </p:cNvPr>
            <p:cNvSpPr txBox="1"/>
            <p:nvPr/>
          </p:nvSpPr>
          <p:spPr>
            <a:xfrm>
              <a:off x="6370823" y="276005"/>
              <a:ext cx="278017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(e). Head-to-Head Racing</a:t>
              </a:r>
            </a:p>
          </p:txBody>
        </p:sp>
        <p:pic>
          <p:nvPicPr>
            <p:cNvPr id="52" name="Picture 51" descr="A black and white drawing of a curved object&#10;&#10;AI-generated content may be incorrect.">
              <a:extLst>
                <a:ext uri="{FF2B5EF4-FFF2-40B4-BE49-F238E27FC236}">
                  <a16:creationId xmlns:a16="http://schemas.microsoft.com/office/drawing/2014/main" id="{AB851003-E7FB-D1C4-C900-B0516257C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2248" y="593291"/>
              <a:ext cx="1677169" cy="3255438"/>
            </a:xfrm>
            <a:prstGeom prst="rect">
              <a:avLst/>
            </a:prstGeom>
          </p:spPr>
        </p:pic>
        <p:pic>
          <p:nvPicPr>
            <p:cNvPr id="1026" name="Picture 2" descr="Generated image">
              <a:extLst>
                <a:ext uri="{FF2B5EF4-FFF2-40B4-BE49-F238E27FC236}">
                  <a16:creationId xmlns:a16="http://schemas.microsoft.com/office/drawing/2014/main" id="{7214E14A-C233-8789-1044-DBFE43F90A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36765">
              <a:off x="7790490" y="3049808"/>
              <a:ext cx="335661" cy="3356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2" descr="Generated image">
              <a:extLst>
                <a:ext uri="{FF2B5EF4-FFF2-40B4-BE49-F238E27FC236}">
                  <a16:creationId xmlns:a16="http://schemas.microsoft.com/office/drawing/2014/main" id="{F0B0A7F6-F52A-A14F-470A-BE4949B618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246376">
              <a:off x="7580382" y="1746762"/>
              <a:ext cx="335661" cy="3356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2158898-5D53-6507-29AE-80BD45485524}"/>
                </a:ext>
              </a:extLst>
            </p:cNvPr>
            <p:cNvSpPr txBox="1"/>
            <p:nvPr/>
          </p:nvSpPr>
          <p:spPr>
            <a:xfrm>
              <a:off x="7280962" y="2967120"/>
              <a:ext cx="580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Ego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0F60AC8-B10E-0334-BFAF-6A37B7E27F16}"/>
                </a:ext>
              </a:extLst>
            </p:cNvPr>
            <p:cNvSpPr txBox="1"/>
            <p:nvPr/>
          </p:nvSpPr>
          <p:spPr>
            <a:xfrm>
              <a:off x="6449743" y="1784470"/>
              <a:ext cx="13412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Opponent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546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40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Qiao, Zhijie</dc:creator>
  <cp:lastModifiedBy>Qiao, Zhijie</cp:lastModifiedBy>
  <cp:revision>38</cp:revision>
  <dcterms:created xsi:type="dcterms:W3CDTF">2025-09-07T01:06:53Z</dcterms:created>
  <dcterms:modified xsi:type="dcterms:W3CDTF">2025-09-07T02:09:31Z</dcterms:modified>
</cp:coreProperties>
</file>